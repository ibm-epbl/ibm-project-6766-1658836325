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9792-3E60-67CA-718D-D5774E35E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FA3F5-2084-F509-1E35-19D9BF5AA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B252-A547-E8DF-F904-817207F3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C2F15-305B-DC93-DA92-8B2BF1112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E3986-1BA7-0E9D-AA72-921C2C8D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1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68D2-5DB4-6DF2-C777-9B6BB6E1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7DA5-A3AC-02BD-EE7A-044FEC42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9081-3926-B940-1A24-9CF88E8F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BF629-77AC-4FD2-5A71-B7455B12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9091E-0565-1DA2-668A-FE5004ED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2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8591-5043-AFB4-2009-88963CD0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3329D-5990-52E7-1BE3-E809EDC53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43E0-F3EC-20D7-606F-04D9ACB8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DBB0-DDBE-7FB8-330C-84E32056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3138D-AD53-1AFB-74CF-D69C6522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0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05DD-6408-EF56-0C8F-1350E334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48DC2-BC26-BA8F-3803-C5870B8F0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817F6-B7DB-0EDF-4A40-C61BC4EA6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B7498-9604-2647-9C65-456EB3F9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1AD1E-7A25-BD3B-0458-D981E299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C47AB-070C-0DE9-83EF-40B59363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67D8-2AB7-0C5C-FA17-E0DAD5BB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9DB33-EB4F-7A6D-D10B-CEF9807B9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92A57-F093-DF68-C0B7-475D1BB6F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1B338F-4FD0-CFA1-0B8A-632EB487C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706B0-3D84-E34D-DEE3-34293F345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028B7-12B0-D1FB-0875-1D9EEB6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BEFC6-1AAA-E7D0-EB3A-3D66519C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B80AA-E011-3F48-AD7D-73665DFB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9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9C06-1208-DA73-C2D5-45CC48E1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35072-9DC6-DCFA-42CE-DCB13B4A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9EA43-76AA-3DD6-CDD8-081130C9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9E967-1C2B-F9E8-01F9-EB6D660D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9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02948-0C8E-394C-4F3A-022C7583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68CE0-8457-A119-8703-424F891D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E10A6-72ED-E656-6F12-16707B6E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3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C614-64E7-9ACD-EBDB-323AE7DB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8525-84F8-6407-3C9B-9BEF6731E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37783-B769-A94E-587D-A6CF28FBF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518C3-4964-E7BB-4BCD-D7E41279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EEE26-0837-2721-7A39-8B8F768F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8FB41-77F9-DF23-022B-13BD66B3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8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BA79-CA5C-CB4C-0F6F-CFD28A5E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8C73A-FD80-D379-60E3-54ECFA466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7013E-3A40-1BC3-269D-8DB935439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765E9-EF61-6EE0-2EAD-C2E25824A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22ACD-59F1-D811-F0A9-759F0C174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3CE05-9EA9-DD62-D062-858B4749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0C15-228D-5162-6C09-E05957C0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7276E-8A78-1213-3181-EFEA48315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BDC5-07CE-AD0B-FE09-368DA43F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DF84-828D-3BF4-1B3E-5A2A5B38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A56E5-556D-60BE-0991-B5B45B26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6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F4134-036B-6B73-C1C9-86BFA7C5D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0A71C-733E-9BBB-83DB-F13623542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E1692-6424-FDDF-7412-3798CF91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108C9-0AFE-0BEE-7B5F-C13E2447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E19F-0CD8-BD74-BF5C-8258987E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EF06A-B013-46E2-833C-43EBE0DA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5AC2-F9E0-D21A-6DDC-09B624E3F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B8C56-0561-78E2-1F77-DE027066E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6E5D2-BBB6-4DF9-8E1D-2E7FC2D91CFC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A2483-BFC7-D4E4-A051-6647F04CE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825C8-6D4D-9E24-D227-44F436075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2AEAE-3EDA-443E-B290-355FBC641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5B90-525C-F8D4-9922-FBF728E7B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0ACC4-1EE5-30E7-361E-1D3810CB3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850DD-B5EE-5B84-8765-82332A7920D7}"/>
              </a:ext>
            </a:extLst>
          </p:cNvPr>
          <p:cNvSpPr txBox="1"/>
          <p:nvPr/>
        </p:nvSpPr>
        <p:spPr>
          <a:xfrm>
            <a:off x="3049030" y="310583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7816B-AB5A-4232-2C32-C966DC96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1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Ezhil</dc:creator>
  <cp:lastModifiedBy>Ezhil</cp:lastModifiedBy>
  <cp:revision>1</cp:revision>
  <dcterms:created xsi:type="dcterms:W3CDTF">2022-09-24T15:35:17Z</dcterms:created>
  <dcterms:modified xsi:type="dcterms:W3CDTF">2022-09-24T15:36:56Z</dcterms:modified>
</cp:coreProperties>
</file>