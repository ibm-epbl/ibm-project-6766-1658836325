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33D1A-55A7-76A4-C3DC-C1A3BFD5D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A795C-B3F4-D34E-A819-5AE40B4B0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B9808-987F-6ACB-4975-FE92243CE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21E7F-D524-494C-94ED-2BA5B5CACBF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42C3C-46D9-D43D-E840-C1A77C0A0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BB5F1-BA69-4D40-5597-4297EF29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69B2-D84A-4CA5-AAB5-EC54976D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11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68DB8-681B-712B-6D20-54AE5504E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63EAF-D18A-A89A-4016-3D536A383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30423-ABC6-817D-647D-8E23119D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21E7F-D524-494C-94ED-2BA5B5CACBF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83DDF-1C63-C49D-5F83-70F941AF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1305-26F8-6541-5ED1-A5D3228F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69B2-D84A-4CA5-AAB5-EC54976D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983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095D6-7BFB-E3C8-DA6F-7B55267D3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871BA-4B11-D3E0-3379-93858A33F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E5E4A-B275-32DD-F7A0-75B69CEB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21E7F-D524-494C-94ED-2BA5B5CACBF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59266-3721-334D-5DDC-98E0FBA3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40CE6-A6BD-066E-1D45-631A72D6B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69B2-D84A-4CA5-AAB5-EC54976D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847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FF4B0-0758-3FD0-77B2-ACDAA89D0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47F35-AAA9-188A-2FA0-00AADA1227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31E12-2E03-BBB6-6B2C-984ED2148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97536-A3C4-36C3-7F7B-E14A1167C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21E7F-D524-494C-94ED-2BA5B5CACBF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F6EB8-6012-8CB6-6123-809A5CD5C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3E3D1-5B75-222D-4983-7E584738C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69B2-D84A-4CA5-AAB5-EC54976D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919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6C00-ECC9-45CE-50BC-6069B07EA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08D5A-6146-67CF-0219-A4656A720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F79B3-706A-8D8A-11AB-5CCCD0994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218188-2F01-AE6D-9416-C83D292D1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4A98F-EA03-83FD-0ED6-5CB0E3012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1AB907-233B-3024-1DA3-C4BD57296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21E7F-D524-494C-94ED-2BA5B5CACBF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0ECB58-F4BC-A1EA-CD01-ACBA50D08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0BDD54-216C-0333-2174-BBD87224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69B2-D84A-4CA5-AAB5-EC54976D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70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40F0B-6D6E-AF50-BDEE-6AF3B2E4D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9C0744-01E6-9C81-DA88-88652E1D3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21E7F-D524-494C-94ED-2BA5B5CACBF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8D9B36-2A54-6DA0-FC5D-F8DFD74FB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B97537-81D5-929F-BF3B-01E50ED13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69B2-D84A-4CA5-AAB5-EC54976D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076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F83763-55DE-EC28-2AED-D5286C74B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21E7F-D524-494C-94ED-2BA5B5CACBF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AF8047-46C8-737E-5E05-A3E15C13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C18D2-F998-FF02-9C28-520438DA1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69B2-D84A-4CA5-AAB5-EC54976D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36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7E537-5468-B614-5AF9-49F498834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E2DE4-784F-C768-BC92-89E27BD26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B9253-0A46-1580-430B-99A7DE69D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E087F-E424-14D5-D289-AA7AB5260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21E7F-D524-494C-94ED-2BA5B5CACBF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1A505-27B4-D811-286A-AA0111A9A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BC350-3D4C-9E14-9058-6D88D29EB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69B2-D84A-4CA5-AAB5-EC54976D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795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4624-02F5-FD32-D346-65CE9B18D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FAD474-71E7-F2F6-CEB6-BEBAB37AA4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26027A-279A-797B-29C9-07148B2C2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66E73-6BE0-7F40-5AD0-47D4B248B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21E7F-D524-494C-94ED-2BA5B5CACBF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E7195-2280-3AB1-7778-CBAAEE994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3E981-6E13-B56F-77D5-55F9E49A8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69B2-D84A-4CA5-AAB5-EC54976D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957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21159-18A3-16AB-E25B-193BF924E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22869-B3F2-6A3E-C26D-49B19C5E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55B9C-2D19-0468-A8DB-6775555EC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21E7F-D524-494C-94ED-2BA5B5CACBF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0DD9C-0F4D-092F-58F7-FEC76D22A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A594-9BA0-E059-5E11-2CB8AA20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69B2-D84A-4CA5-AAB5-EC54976D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090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A218BC-0738-B238-8D8D-159AC23542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7A8C0C-6F3B-38EA-BF01-C2F7B12C4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18166-10F3-E5FB-1BF4-559963DA0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21E7F-D524-494C-94ED-2BA5B5CACBF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E6619-1EE3-6C5A-8D86-AD9843571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76132-F330-1A27-8607-F1C81DD5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69B2-D84A-4CA5-AAB5-EC54976D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215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7F2B49-B12E-A6C1-8A1B-0EBF43AFE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34C46-DCED-E02F-D88A-B6EC27755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3567E-A176-8BB5-FAFE-72F3F45980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21E7F-D524-494C-94ED-2BA5B5CACBF3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C3EC1-18E3-4160-2883-38B554B7E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D5AE5-4274-0EAC-0190-2479F2826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269B2-D84A-4CA5-AAB5-EC54976D68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323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ED7FED-F59B-9E31-B258-8B06417D2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8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arul kumaran</dc:creator>
  <cp:lastModifiedBy>arul kumaran</cp:lastModifiedBy>
  <cp:revision>1</cp:revision>
  <dcterms:created xsi:type="dcterms:W3CDTF">2022-09-23T15:03:42Z</dcterms:created>
  <dcterms:modified xsi:type="dcterms:W3CDTF">2022-09-23T15:06:23Z</dcterms:modified>
</cp:coreProperties>
</file>