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428CD-8144-DEE9-CDC0-3239602E9B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5FEC9A-A120-828B-3B1F-324346979A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D81064-49A7-38D9-2B27-DDC58D236B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B10775-2290-ED33-D2E7-D97FC522E6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FCFE6-BCE3-0F9B-C8A4-CE987CEA2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26117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89201-CF79-219F-C269-BCD6C893E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C9176C-B9E5-6195-3476-47635F31D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D982E7-C371-C561-6B49-E33ADA519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D58813-8972-171B-0AFE-44EFB7FA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7DE528-03AB-FF5B-3738-70629E468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784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77E68A-E2EE-873E-363B-9A1EA73A4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A5BEC7-A55E-8637-BE7E-33F8532A44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4CC95-362A-3002-9253-590B8526F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97E389-3128-6D6F-0A82-8353C60A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74C64-9524-A45A-3114-717AA3808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6990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DA258-76E0-B722-726D-F48E7BA84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C3429-3FB6-56BF-129E-B652BC392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607DF-F878-87A5-A248-C253EBD485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17811-F256-DBC1-3656-EC489355B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CE08B1-F409-8A0B-3BB5-B2F4511D7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AEB0A0-96BF-3484-6C49-850EA2E04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839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EF917F-5A25-B9C9-C4EB-6DDDC5202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4A5EA8-471C-0272-924A-3A6037E4A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2C2DDD-5475-0488-382D-87906CAE3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9B3F3B-063D-DF12-F0C2-5A56454833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B5CAD0-45FF-5174-04DA-4A19A32A75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923613-3778-5B57-E5A7-77969B344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A5658B-485C-7711-7E10-18BDE08C3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EB2522-13B1-BB8D-DC29-DDA6BD2FA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3383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DEE13-42E9-742F-CB4B-32A1FB954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C824CB-E6D7-8AB0-E6EC-1DC28C8F5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3B3FC-68DE-D771-7D81-5EB47145E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1E71FC-B3BA-94AD-4B75-27EA9888A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4928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352CFF-662D-7394-4F1E-2FD1FD839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A97128-B53D-DD3C-ACFF-5468F5C70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4FDAA-0995-7953-FB6E-5BFA69CC5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153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7D42-03CC-61E3-2542-82BC22E86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08054-00AD-002C-9A77-3695DB5F6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905CBF-9083-B43C-568C-FEC48C8699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B7654B-938C-089E-27DE-798E7ADB2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6381E9-D4C4-94A8-6799-B4AC2C3FF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F842C9-2B89-3C0E-4FF5-CBE214548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67450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7727D9-5F0A-0C5F-41CE-69A806758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20F2C1-9759-050A-66B4-0CCDEF673C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A14E9D-2468-282E-9DD4-E8B72D394F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F7AE86-C4EC-E3A6-197A-E983120AA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DAE525-83ED-915B-A457-E96B6B255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E9CE27-FE26-8BF5-E3CB-D1A71AAD5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9157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CCC73-40AB-2778-0E62-C273A802F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678271-C42B-018D-B11A-D692CBAFF8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9D9B5-D9C1-3AB9-E11A-E6444A1FF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13A07-23BE-9380-4D8E-D5A178342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DAC9F-2235-3A83-950A-B5CA9A5E02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2850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4DF17-5619-8178-BC8D-014CDFE72E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CB3884-081E-9E72-8ED8-C24C46880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9562D3-7B86-0AAE-254C-07C3F2DBE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501E3C-E22E-1B0D-4309-535B9D840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6C126-B479-3235-28C7-328BDAA5E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76732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EC5941-AFB6-DE5A-6BCC-BEF61CBD5C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B80484-17B5-D11C-EA4F-F16862AA5B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080D43-9093-1A68-8606-6F6424B0BA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B7062D-EFB4-4245-BBA8-31C3DBB71158}" type="datetimeFigureOut">
              <a:rPr lang="en-IN" smtClean="0"/>
              <a:t>23-09-2022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E12BBB-1B6A-310D-BDB9-AC6DEB16AB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71962-322F-86CC-C1F9-5BAAC24E0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95F06-0A30-440F-8404-3DEC471F037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3378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882787B-5A23-B70C-6236-EA438678E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586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arul kumaran</dc:creator>
  <cp:lastModifiedBy>arul kumaran</cp:lastModifiedBy>
  <cp:revision>1</cp:revision>
  <dcterms:created xsi:type="dcterms:W3CDTF">2022-09-23T16:15:45Z</dcterms:created>
  <dcterms:modified xsi:type="dcterms:W3CDTF">2022-09-23T16:16:59Z</dcterms:modified>
</cp:coreProperties>
</file>