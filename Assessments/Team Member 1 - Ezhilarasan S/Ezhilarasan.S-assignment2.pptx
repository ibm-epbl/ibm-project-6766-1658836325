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8B7A-011A-7D5A-C97F-86F6CA5AD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85298-3DFB-63D2-D63A-B5835B625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3E539-B61D-3FCC-CD5D-76521BEE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6AEE8-33D4-6C26-9AA0-AD0E033D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22977-111B-1469-4793-BC4B08FE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08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E8A8-2CA2-336E-0B21-15529B2DF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9A6D4-5A39-86B3-8FB2-3F65BD2B0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3CD03-1974-D466-C622-796FA8CD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D8AD-88B1-D2B3-B666-0E3DF0D1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1EAA8-BA92-3030-690B-7236415F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96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CAF7-AF87-E4FA-CCD1-44816DD7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617C7-5262-D984-D9E2-F08EAF896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28085-752A-938F-C481-07B3B299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0DC75-4BB1-08A0-6181-66C67E22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618DE-D626-0E7D-F361-7CAAE89E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67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1D4B-9071-B374-573D-038717F6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7460F-558F-907C-3587-70047DC1E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E5897-58BD-C709-231E-6F369623A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EBC9D-B303-8C75-011B-31A6C182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ABDE0-0BDF-6E2D-E022-10C2D8645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C81C9-E214-A0E3-DB3E-3F960E83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60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8AE5-B067-83D2-82EC-F98A8545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DF3B5-FEF0-E12D-E4FE-53B0A1771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A1253-6096-EE1A-1117-8E3FA07FA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D1DA0-4758-0391-8B58-0E99D195D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F95A5-5351-A53E-90AE-D1BED2D91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E50B0-E359-2707-039E-E645AAA6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2D9BEF-0A46-6B59-F7FE-36268366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A602E8-D46B-90B6-B3CD-265B5B15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48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2624-1389-F768-ED02-2131E3DD8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95C36-D623-95B3-7759-03763D01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3BED0-4621-0A69-CAE3-B61EC7B7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C1EA2-9E72-5BCB-DEE0-6C1E3628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3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BF6FCE-58DA-0174-4E0D-DF08EF26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0A76F-C5F3-F3E1-6F05-D706B71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16BD3-ABD3-97D8-197B-20602B87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86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3FD4-87D2-9AC7-DEE9-821B02D4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02E13-3139-F5A4-F908-5583338A1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821D4-1DE1-4A9E-DFF3-CFC9F4F13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5993B-D3E1-73CD-1084-A5CD8706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B7A2A-A255-50B7-384E-337A777C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67F32-030A-2F70-6A3C-1B7B48A2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51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DBB3-7E1F-BD47-A8EA-ED903B9D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1870F-7187-8C43-2BCB-70A47ACF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77397-750A-CED8-42A2-B5D62CADE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EBFA2-0665-CF00-5785-1698F9C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11BC2-C316-CD93-65B5-7BD6E7CB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28700-625C-E9D4-49B3-23DE7B2F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65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3AAB-6FC2-6332-91E5-99282DC6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2C6F3-8DB3-904A-A565-225C40DD5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E9D2F-8CD7-8398-45C7-C122B30B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83F87-9181-D86E-53EB-FC643082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1500B-0A67-D0AC-46F2-782D001B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73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584CF-30BE-8893-8C4C-382B2489B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F9CCD-A559-F56B-974B-623CCAA08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B2A99-869E-075B-A317-031193D1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4C643-97CA-E005-265E-C9F0B39A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70F63-F41B-7FDC-8A55-40DAA0881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C02C65-1FBC-765F-0E58-1ECBB820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A9F60-94D9-0E6E-0F65-8C600CDD9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6C398-E9E6-28A1-2291-10EA79DB9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9A943-BD64-4AB5-BB84-C0610D45E89A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5672E-A183-1BEE-7D71-BAA3AA6D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40620-4DF5-3246-822D-48FD87553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95D2D-A02F-47D8-85E7-6FDA334AD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81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215A3-DD1E-0CD2-1ACA-E7F7C61C0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25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 kumaran</dc:creator>
  <cp:lastModifiedBy>arul kumaran</cp:lastModifiedBy>
  <cp:revision>1</cp:revision>
  <dcterms:created xsi:type="dcterms:W3CDTF">2022-09-23T15:46:49Z</dcterms:created>
  <dcterms:modified xsi:type="dcterms:W3CDTF">2022-09-23T15:48:36Z</dcterms:modified>
</cp:coreProperties>
</file>