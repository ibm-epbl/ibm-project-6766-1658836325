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42C39-FF22-04CE-D2B1-6208F0C7D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5EEC17-E2D7-2967-14EA-9C720B8DD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A1BA6-B771-03C8-C750-04F9EC7FB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25AE-5856-4483-A8F5-B533304E634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2D557-D5C7-D36E-4655-7AC47064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6566C-64E3-23B2-C3D7-4693F212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0C89-5196-4D54-AEBD-64F6FB6FC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306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6F0C-71DC-B519-F61E-DC29AD52A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DBAD0-B754-4723-AF63-1D2359675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E1BF9-CEBE-577D-65C8-E91433334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25AE-5856-4483-A8F5-B533304E634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B00F0-1014-DEC1-BB5C-CEA553D59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CE6FA-5B44-1EA2-FCFD-21568BB2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0C89-5196-4D54-AEBD-64F6FB6FC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44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98989-CE3C-D9D1-55C2-9494B6EA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AD271-E805-92AA-5C1C-B7B52969E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7CA06-C7E3-D665-6024-086A54E03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25AE-5856-4483-A8F5-B533304E634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09BED-FD6F-1C33-DB4C-329B13C04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E75AC-6291-D13B-2C02-EB5B4D35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0C89-5196-4D54-AEBD-64F6FB6FC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13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5445-FAD8-566C-66E6-6B6569B5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D5460-D128-2D6A-D687-CFB068115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79F55-9905-446C-3DBA-9CCCDB1A5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9F4B5-AC40-B1D9-A6D9-77220B4EB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25AE-5856-4483-A8F5-B533304E634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156FE-DBBE-5A8D-55C0-7DB6A548E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B7897-536F-EF16-C8C5-7075425C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0C89-5196-4D54-AEBD-64F6FB6FC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368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8971E-8047-22CB-B30F-FFA24A7FF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E8CC0-001E-0A8B-F8A5-ADB5D0A67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570C0-7822-A52D-F7DC-511570F63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3C7596-608D-1CEA-D751-5C52C028B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D7201-8813-DBBC-AB0B-AB8BB07AF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71FE0-E502-3248-5A0F-5C722EC1C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25AE-5856-4483-A8F5-B533304E634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D9C20-62F3-61B7-259D-9B9C37C8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0D48A8-8F83-2F18-8BBE-F9C85D692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0C89-5196-4D54-AEBD-64F6FB6FC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746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53D2-CE80-0C45-1894-42DAE3494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D96FFF-F90D-0756-C46C-1E14AD82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25AE-5856-4483-A8F5-B533304E634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6E4E0-D68B-5E98-9BBF-7A65FCC4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E4C70-9DCA-27DB-BFED-455FDACA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0C89-5196-4D54-AEBD-64F6FB6FC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76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7C9EF-7FDC-1304-5172-0470B9A84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25AE-5856-4483-A8F5-B533304E634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F26CB-DA80-C7A4-E8F3-63EC77A92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8506E-4C45-2341-C27A-86A19C27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0C89-5196-4D54-AEBD-64F6FB6FC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950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60DBC-EFBA-5433-B58F-5088245D5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E3F-FCCA-969C-91CD-3A4B921D2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A1954-4BAC-1A8D-0722-37BA6977D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D8F47-E05E-6FC9-A162-5E772DD6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25AE-5856-4483-A8F5-B533304E634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5D84B-3105-7E6E-3CA6-1F35216A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23119-613B-4F6E-FAE1-2C26EC83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0C89-5196-4D54-AEBD-64F6FB6FC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330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B1D71-8AC6-DE74-344E-CBFB87F08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DBB9DB-DC00-DC9F-DAA1-90A6AAA5A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660D4-3BC9-C128-CEDA-4247AE776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BBDC4-B5B4-75E4-25EB-D17EFF28A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25AE-5856-4483-A8F5-B533304E634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3B486-401B-6A25-231B-9E18CD9C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60733-A48A-AAEF-2E3A-5D7F76A3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0C89-5196-4D54-AEBD-64F6FB6FC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1B92-4231-B09D-DB4D-D4EF720DF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2C672-24F5-AEFE-8B55-F8F6AF5BA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E5523-6FE1-78A0-F63C-560D6EFE4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25AE-5856-4483-A8F5-B533304E634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2FF96-F2D4-0AA7-9A2A-8DCA280D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3464D-DA70-ABB5-442F-8BA0AD98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0C89-5196-4D54-AEBD-64F6FB6FC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355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7FF70D-3BF3-CAC4-8B18-CFE90C10B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7B679-0E4A-C46E-B407-BD65EE1E6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D8767-E35E-04B6-0B82-22A3F0B2A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25AE-5856-4483-A8F5-B533304E634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3E698-989F-257A-32AD-830FB786B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CD21-E424-7658-1126-18C8C1204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0C89-5196-4D54-AEBD-64F6FB6FC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65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887103-921D-22DC-618C-E4626109E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2BC25-826F-2226-E07D-C9DD00A0A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E6DC7-514E-395F-EDA4-B376092E6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A25AE-5856-4483-A8F5-B533304E634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E8552-EFBD-4496-17C0-823E17A2D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CC18F-C11C-7C03-5280-B17207F67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0C89-5196-4D54-AEBD-64F6FB6FC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237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43C1A7-D565-2D9C-3515-D2838A451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62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arul kumaran</dc:creator>
  <cp:lastModifiedBy>arul kumaran</cp:lastModifiedBy>
  <cp:revision>1</cp:revision>
  <dcterms:created xsi:type="dcterms:W3CDTF">2022-09-23T15:58:44Z</dcterms:created>
  <dcterms:modified xsi:type="dcterms:W3CDTF">2022-09-23T16:02:05Z</dcterms:modified>
</cp:coreProperties>
</file>